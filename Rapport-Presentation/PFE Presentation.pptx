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7" r:id="rId4"/>
    <p:sldId id="274" r:id="rId5"/>
    <p:sldId id="260" r:id="rId6"/>
    <p:sldId id="275" r:id="rId7"/>
    <p:sldId id="259" r:id="rId8"/>
    <p:sldId id="276" r:id="rId9"/>
    <p:sldId id="277" r:id="rId10"/>
    <p:sldId id="273" r:id="rId11"/>
  </p:sldIdLst>
  <p:sldSz cx="18288000" cy="10287000"/>
  <p:notesSz cx="6858000" cy="9144000"/>
  <p:embeddedFontLst>
    <p:embeddedFont>
      <p:font typeface="Public Sans Bold" panose="020B0604020202020204" charset="0"/>
      <p:regular r:id="rId14"/>
    </p:embeddedFont>
    <p:embeddedFont>
      <p:font typeface="Public Sans" panose="020B0604020202020204" charset="0"/>
      <p:regular r:id="rId15"/>
    </p:embeddedFont>
    <p:embeddedFont>
      <p:font typeface="Playfair Display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48D034-A691-8D8A-6328-5493D74856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EC338-D7E8-2261-AFCF-A65958DAA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6D4CA-2FE8-4A0B-BDD7-5D9EBA72A6A1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4EF10-0039-3BCD-DB09-DF9863859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9C1A2-C19B-6A84-E799-0D02D77C7B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E1102-BF0F-4371-BB7A-2B75EA2DF77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79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A7285-3CB5-4847-A7CC-E502C46578E6}" type="datetimeFigureOut">
              <a:rPr lang="en-US" smtClean="0"/>
              <a:t>3/31/2024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5A8C6-91A8-440C-BDB0-CC60F0A0157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1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3160-93FF-4D48-AF47-49B21CD2A91F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CA6D-956F-4323-A563-4E33502A6153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F6C37-C98A-4714-9044-10FAA24FBE3E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40DE-BC91-415A-82DA-4ACB29742187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30954-33A7-409D-AE47-57600DD11109}" type="datetime1">
              <a:rPr lang="en-US" smtClean="0"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727F-E8D9-405D-8CA4-43A771E46DEF}" type="datetime1">
              <a:rPr lang="en-US" smtClean="0"/>
              <a:t>3/31/2024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CBDB-2B1E-40D5-A25F-74843C2C24F6}" type="datetime1">
              <a:rPr lang="en-US" smtClean="0"/>
              <a:t>3/31/2024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1000" y="9410700"/>
            <a:ext cx="2286000" cy="5937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61B2-27BC-481A-98E0-F76C65EC3E83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D466E-3A1E-44CF-826F-F689C7096DBB}" type="datetime1">
              <a:rPr lang="en-US" smtClean="0"/>
              <a:t>3/31/2024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16AFA-65F9-43AD-99CD-FB0A7FBFA006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6966-C799-4A16-9707-536E850AFA6E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B68BF-B080-4206-BC3B-686C4086DEF1}" type="datetime1">
              <a:rPr lang="en-US" smtClean="0"/>
              <a:t>3/31/2024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3400" y="9486900"/>
            <a:ext cx="2286000" cy="593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33147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82" y="2571651"/>
            <a:ext cx="1623060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Public Sans Bold"/>
              </a:rPr>
              <a:t>End Of Studies’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74" y="3637740"/>
            <a:ext cx="16408332" cy="270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800" spc="83" dirty="0" smtClean="0">
                <a:solidFill>
                  <a:srgbClr val="2B2C30"/>
                </a:solidFill>
                <a:latin typeface="Playfair Display"/>
              </a:rPr>
              <a:t>E-Learning Platform for University Teaching</a:t>
            </a:r>
            <a:endParaRPr lang="en-US" sz="8800" spc="83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53165" y="7066703"/>
            <a:ext cx="7862435" cy="164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ublic Sans"/>
              </a:rPr>
              <a:t>Presented by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SLAOUI Mohamed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BOURRAS Hamza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DF9BB1-933A-A41D-2C01-74E124D7CA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-26916"/>
            <a:ext cx="3886200" cy="2082356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40055AFD-054C-F182-6D13-537DC9921A8C}"/>
              </a:ext>
            </a:extLst>
          </p:cNvPr>
          <p:cNvSpPr txBox="1"/>
          <p:nvPr/>
        </p:nvSpPr>
        <p:spPr>
          <a:xfrm>
            <a:off x="11035165" y="7107644"/>
            <a:ext cx="7862435" cy="11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ublic Sans"/>
              </a:rPr>
              <a:t>Supervised  by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B2C30"/>
                </a:solidFill>
                <a:latin typeface="Public Sans"/>
              </a:rPr>
              <a:t>BOURFIA Youssef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5BD4CDC-7562-8532-C18A-AD75FAD2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267C7-B01E-0FFB-7BC5-21B05029A520}"/>
              </a:ext>
            </a:extLst>
          </p:cNvPr>
          <p:cNvSpPr txBox="1"/>
          <p:nvPr/>
        </p:nvSpPr>
        <p:spPr>
          <a:xfrm>
            <a:off x="7188240" y="1586925"/>
            <a:ext cx="4165560" cy="58477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numCol="1" rtlCol="0">
            <a:spAutoFit/>
          </a:bodyPr>
          <a:lstStyle/>
          <a:p>
            <a:pPr algn="ctr"/>
            <a:r>
              <a:rPr lang="en-US" sz="3200" b="1" dirty="0">
                <a:latin typeface="Aptos Display" panose="020B0004020202020204" pitchFamily="34" charset="0"/>
              </a:rPr>
              <a:t>Computer 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3">
              <a:lnSpc>
                <a:spcPts val="5200"/>
              </a:lnSpc>
              <a:spcBef>
                <a:spcPct val="0"/>
              </a:spcBef>
            </a:pPr>
            <a:r>
              <a:rPr lang="en-US" sz="3714" spc="300" dirty="0">
                <a:solidFill>
                  <a:srgbClr val="2B2C30"/>
                </a:solidFill>
                <a:latin typeface="Public Sans Bold"/>
              </a:rPr>
              <a:t>Table Of Content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048000" y="2171700"/>
            <a:ext cx="7877184" cy="650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Introduction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General Problem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Technology Tools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Project Conception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Project Implementation </a:t>
            </a:r>
          </a:p>
          <a:p>
            <a:pPr marL="302259" lvl="1">
              <a:lnSpc>
                <a:spcPct val="200000"/>
              </a:lnSpc>
            </a:pPr>
            <a:r>
              <a:rPr lang="en-US" sz="3200" dirty="0">
                <a:solidFill>
                  <a:srgbClr val="2B2C30"/>
                </a:solidFill>
                <a:latin typeface="Public Sans"/>
              </a:rPr>
              <a:t>Conclusion</a:t>
            </a:r>
          </a:p>
          <a:p>
            <a:pPr marL="816609" lvl="1" indent="-514350">
              <a:lnSpc>
                <a:spcPts val="5235"/>
              </a:lnSpc>
              <a:buFont typeface="+mj-lt"/>
              <a:buAutoNum type="arabicPeriod"/>
            </a:pPr>
            <a:endParaRPr lang="en-US" sz="3200" dirty="0">
              <a:solidFill>
                <a:srgbClr val="2B2C30"/>
              </a:solidFill>
              <a:latin typeface="Public San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FB6408-B3BF-527A-696A-66B619B6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20BB8C-0CB8-61CA-2941-EFA530447C82}"/>
              </a:ext>
            </a:extLst>
          </p:cNvPr>
          <p:cNvCxnSpPr>
            <a:cxnSpLocks/>
          </p:cNvCxnSpPr>
          <p:nvPr/>
        </p:nvCxnSpPr>
        <p:spPr>
          <a:xfrm>
            <a:off x="2895600" y="2324100"/>
            <a:ext cx="0" cy="5867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21">
            <a:extLst>
              <a:ext uri="{FF2B5EF4-FFF2-40B4-BE49-F238E27FC236}">
                <a16:creationId xmlns:a16="http://schemas.microsoft.com/office/drawing/2014/main" id="{00253379-A867-5A63-8973-92CE185C1E23}"/>
              </a:ext>
            </a:extLst>
          </p:cNvPr>
          <p:cNvGrpSpPr/>
          <p:nvPr/>
        </p:nvGrpSpPr>
        <p:grpSpPr>
          <a:xfrm>
            <a:off x="2819400" y="2628900"/>
            <a:ext cx="138677" cy="138677"/>
            <a:chOff x="0" y="0"/>
            <a:chExt cx="812800" cy="812800"/>
          </a:xfrm>
        </p:grpSpPr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74FFB285-A2E6-7E7D-7F3B-0671AC9F0C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5" name="TextBox 23">
              <a:extLst>
                <a:ext uri="{FF2B5EF4-FFF2-40B4-BE49-F238E27FC236}">
                  <a16:creationId xmlns:a16="http://schemas.microsoft.com/office/drawing/2014/main" id="{BEE0E770-DE3D-414C-AF90-F64B7D53ECE2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6" name="Group 21">
            <a:extLst>
              <a:ext uri="{FF2B5EF4-FFF2-40B4-BE49-F238E27FC236}">
                <a16:creationId xmlns:a16="http://schemas.microsoft.com/office/drawing/2014/main" id="{DAE30F61-1DFA-7B7B-0CDD-D55975C89918}"/>
              </a:ext>
            </a:extLst>
          </p:cNvPr>
          <p:cNvGrpSpPr/>
          <p:nvPr/>
        </p:nvGrpSpPr>
        <p:grpSpPr>
          <a:xfrm>
            <a:off x="2819400" y="3633223"/>
            <a:ext cx="138677" cy="138677"/>
            <a:chOff x="0" y="0"/>
            <a:chExt cx="812800" cy="812800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4D59308F-85D5-E833-07EA-A2F39EB551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208C32CE-1279-D665-78E5-B610243A3A5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9" name="Group 21">
            <a:extLst>
              <a:ext uri="{FF2B5EF4-FFF2-40B4-BE49-F238E27FC236}">
                <a16:creationId xmlns:a16="http://schemas.microsoft.com/office/drawing/2014/main" id="{7F1B97EE-784C-831C-9529-E705E8F91B16}"/>
              </a:ext>
            </a:extLst>
          </p:cNvPr>
          <p:cNvGrpSpPr/>
          <p:nvPr/>
        </p:nvGrpSpPr>
        <p:grpSpPr>
          <a:xfrm>
            <a:off x="2819400" y="4637546"/>
            <a:ext cx="138677" cy="138677"/>
            <a:chOff x="0" y="0"/>
            <a:chExt cx="812800" cy="812800"/>
          </a:xfrm>
        </p:grpSpPr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FA78318-4CE6-C805-EE87-93753EF4AA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D7321D0E-548E-2033-8F70-ED6D8CE03DB2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9E42CA-4BA2-99C5-0B65-7E6E15F7A761}"/>
              </a:ext>
            </a:extLst>
          </p:cNvPr>
          <p:cNvGrpSpPr/>
          <p:nvPr/>
        </p:nvGrpSpPr>
        <p:grpSpPr>
          <a:xfrm>
            <a:off x="2819400" y="5600700"/>
            <a:ext cx="138677" cy="138677"/>
            <a:chOff x="0" y="0"/>
            <a:chExt cx="812800" cy="8128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D1E4FB1-2D37-EDF3-2412-36EEDD36AF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96C33D-CD47-5B5F-AC57-1B2BEAA36A1F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47F46D-7614-05B8-DB31-A9CBD320A05E}"/>
              </a:ext>
            </a:extLst>
          </p:cNvPr>
          <p:cNvGrpSpPr/>
          <p:nvPr/>
        </p:nvGrpSpPr>
        <p:grpSpPr>
          <a:xfrm>
            <a:off x="2819400" y="6591300"/>
            <a:ext cx="138677" cy="138677"/>
            <a:chOff x="0" y="0"/>
            <a:chExt cx="812800" cy="812800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B17580A-2159-BF22-9F77-D969A59C9F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1DD320-20F1-D555-A68A-B1703AC6C971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68AAD2-176B-4E4E-0E0B-FA1B131F27C4}"/>
              </a:ext>
            </a:extLst>
          </p:cNvPr>
          <p:cNvGrpSpPr/>
          <p:nvPr/>
        </p:nvGrpSpPr>
        <p:grpSpPr>
          <a:xfrm>
            <a:off x="2819400" y="7581900"/>
            <a:ext cx="138677" cy="138677"/>
            <a:chOff x="0" y="0"/>
            <a:chExt cx="812800" cy="812800"/>
          </a:xfrm>
        </p:grpSpPr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5AA880C0-4CB3-7A9A-D219-1414437458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D6E66E0-B1E6-A5DC-E5AD-9EC361CCC786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Introduction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1714500"/>
            <a:ext cx="8077200" cy="101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The Problem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E0630F-2CD9-D685-540F-947C700C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181100"/>
            <a:ext cx="1714404" cy="17144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A3971-71E4-E6F9-B3E7-0CDA33C1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1181100"/>
            <a:ext cx="1714404" cy="1714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847968-0141-A3F1-535C-4DC86F8D6B17}"/>
              </a:ext>
            </a:extLst>
          </p:cNvPr>
          <p:cNvSpPr txBox="1"/>
          <p:nvPr/>
        </p:nvSpPr>
        <p:spPr>
          <a:xfrm>
            <a:off x="4595918" y="4305300"/>
            <a:ext cx="96152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Inefficient communication methods between students and professors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Public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Security issues and difficulties in submitting assignments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Public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Absence of interactive learning tools </a:t>
            </a:r>
          </a:p>
        </p:txBody>
      </p:sp>
    </p:spTree>
    <p:extLst>
      <p:ext uri="{BB962C8B-B14F-4D97-AF65-F5344CB8AC3E}">
        <p14:creationId xmlns:p14="http://schemas.microsoft.com/office/powerpoint/2010/main" val="17220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695" y="159979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16029" y="2141164"/>
            <a:ext cx="2998533" cy="2688178"/>
            <a:chOff x="0" y="0"/>
            <a:chExt cx="1379207" cy="12364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81879" y="2141164"/>
            <a:ext cx="2998533" cy="2688178"/>
            <a:chOff x="0" y="0"/>
            <a:chExt cx="1379207" cy="12364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846367" y="2141164"/>
            <a:ext cx="2998533" cy="2688178"/>
            <a:chOff x="0" y="0"/>
            <a:chExt cx="1379207" cy="12364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963141" y="2141164"/>
            <a:ext cx="2998533" cy="2688178"/>
            <a:chOff x="0" y="0"/>
            <a:chExt cx="1379207" cy="12364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06907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React JS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19535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MySQL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63221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Laravel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675848" y="5143500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XAMPP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D3A8F11-F4A2-6EB6-250B-CFD666DF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0C0AC3-AA44-F5FE-A3F2-7024266FD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5" y="2170462"/>
            <a:ext cx="2624179" cy="26241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FC933B1-A2F5-8075-05C1-80CE3C6A01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586" y="2267773"/>
            <a:ext cx="2401118" cy="249745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26C0898-9B11-820A-2B94-E22429478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168" y="2368858"/>
            <a:ext cx="2183141" cy="21831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BDB83F-F684-7AF9-7736-0CE6CC19D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350" y="2367649"/>
            <a:ext cx="2295821" cy="2313898"/>
          </a:xfrm>
          <a:prstGeom prst="rect">
            <a:avLst/>
          </a:prstGeom>
        </p:spPr>
      </p:pic>
      <p:grpSp>
        <p:nvGrpSpPr>
          <p:cNvPr id="51" name="Group 14">
            <a:extLst>
              <a:ext uri="{FF2B5EF4-FFF2-40B4-BE49-F238E27FC236}">
                <a16:creationId xmlns:a16="http://schemas.microsoft.com/office/drawing/2014/main" id="{57D2C609-A4AB-BA45-8836-0F35E5721B84}"/>
              </a:ext>
            </a:extLst>
          </p:cNvPr>
          <p:cNvGrpSpPr/>
          <p:nvPr/>
        </p:nvGrpSpPr>
        <p:grpSpPr>
          <a:xfrm>
            <a:off x="1528322" y="5786382"/>
            <a:ext cx="2998533" cy="2688178"/>
            <a:chOff x="0" y="0"/>
            <a:chExt cx="1379207" cy="1236456"/>
          </a:xfrm>
        </p:grpSpPr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8DB4E5CA-2E39-2C85-4212-7F1FD1DFCE33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4D56E5E9-3231-F6D4-E2ED-C6E521E168B1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4" name="Group 17">
            <a:extLst>
              <a:ext uri="{FF2B5EF4-FFF2-40B4-BE49-F238E27FC236}">
                <a16:creationId xmlns:a16="http://schemas.microsoft.com/office/drawing/2014/main" id="{55450061-FDA9-727F-C0A6-9CA83A60CDBF}"/>
              </a:ext>
            </a:extLst>
          </p:cNvPr>
          <p:cNvGrpSpPr/>
          <p:nvPr/>
        </p:nvGrpSpPr>
        <p:grpSpPr>
          <a:xfrm>
            <a:off x="5694172" y="5786382"/>
            <a:ext cx="2998533" cy="2688178"/>
            <a:chOff x="0" y="0"/>
            <a:chExt cx="1379207" cy="1236456"/>
          </a:xfrm>
        </p:grpSpPr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98C65DCE-FC2D-57B6-B752-AFE20D9C6AAA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6" name="TextBox 19">
              <a:extLst>
                <a:ext uri="{FF2B5EF4-FFF2-40B4-BE49-F238E27FC236}">
                  <a16:creationId xmlns:a16="http://schemas.microsoft.com/office/drawing/2014/main" id="{9AFA800A-7AD8-6015-E864-FCD780977B92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7" name="Group 20">
            <a:extLst>
              <a:ext uri="{FF2B5EF4-FFF2-40B4-BE49-F238E27FC236}">
                <a16:creationId xmlns:a16="http://schemas.microsoft.com/office/drawing/2014/main" id="{FE91F57E-55A2-7744-A933-317F3741C6DB}"/>
              </a:ext>
            </a:extLst>
          </p:cNvPr>
          <p:cNvGrpSpPr/>
          <p:nvPr/>
        </p:nvGrpSpPr>
        <p:grpSpPr>
          <a:xfrm>
            <a:off x="9858660" y="5786382"/>
            <a:ext cx="2998533" cy="2688178"/>
            <a:chOff x="0" y="0"/>
            <a:chExt cx="1379207" cy="1236456"/>
          </a:xfrm>
        </p:grpSpPr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4244B049-EA77-8BC5-3963-A13D9D695CD4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94D64C43-15C4-2B8D-9F9F-A461D735207B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60" name="Group 23">
            <a:extLst>
              <a:ext uri="{FF2B5EF4-FFF2-40B4-BE49-F238E27FC236}">
                <a16:creationId xmlns:a16="http://schemas.microsoft.com/office/drawing/2014/main" id="{3771CFF7-9AC5-828E-A616-7286C0BA0C18}"/>
              </a:ext>
            </a:extLst>
          </p:cNvPr>
          <p:cNvGrpSpPr/>
          <p:nvPr/>
        </p:nvGrpSpPr>
        <p:grpSpPr>
          <a:xfrm>
            <a:off x="13975434" y="5786382"/>
            <a:ext cx="2998533" cy="2688178"/>
            <a:chOff x="0" y="0"/>
            <a:chExt cx="1379207" cy="1236456"/>
          </a:xfrm>
        </p:grpSpPr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547FCC66-6F02-603A-4F86-B914566D00F3}"/>
                </a:ext>
              </a:extLst>
            </p:cNvPr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id="{45034BAC-1744-00F0-EE29-9E5893747502}"/>
                </a:ext>
              </a:extLst>
            </p:cNvPr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63" name="TextBox 28">
            <a:extLst>
              <a:ext uri="{FF2B5EF4-FFF2-40B4-BE49-F238E27FC236}">
                <a16:creationId xmlns:a16="http://schemas.microsoft.com/office/drawing/2014/main" id="{B1D3695A-87E2-2336-848B-1882D29AAD0A}"/>
              </a:ext>
            </a:extLst>
          </p:cNvPr>
          <p:cNvSpPr txBox="1"/>
          <p:nvPr/>
        </p:nvSpPr>
        <p:spPr>
          <a:xfrm>
            <a:off x="1219200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Redux</a:t>
            </a:r>
          </a:p>
        </p:txBody>
      </p:sp>
      <p:sp>
        <p:nvSpPr>
          <p:cNvPr id="64" name="TextBox 32">
            <a:extLst>
              <a:ext uri="{FF2B5EF4-FFF2-40B4-BE49-F238E27FC236}">
                <a16:creationId xmlns:a16="http://schemas.microsoft.com/office/drawing/2014/main" id="{FF192EAA-5E4A-E0C5-26F7-DDCA58DEF1FC}"/>
              </a:ext>
            </a:extLst>
          </p:cNvPr>
          <p:cNvSpPr txBox="1"/>
          <p:nvPr/>
        </p:nvSpPr>
        <p:spPr>
          <a:xfrm>
            <a:off x="9531828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Tailwind CSS</a:t>
            </a:r>
          </a:p>
        </p:txBody>
      </p:sp>
      <p:sp>
        <p:nvSpPr>
          <p:cNvPr id="65" name="TextBox 36">
            <a:extLst>
              <a:ext uri="{FF2B5EF4-FFF2-40B4-BE49-F238E27FC236}">
                <a16:creationId xmlns:a16="http://schemas.microsoft.com/office/drawing/2014/main" id="{79498064-F79F-35E7-E3E9-567888AC595C}"/>
              </a:ext>
            </a:extLst>
          </p:cNvPr>
          <p:cNvSpPr txBox="1"/>
          <p:nvPr/>
        </p:nvSpPr>
        <p:spPr>
          <a:xfrm>
            <a:off x="5375514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VS Code</a:t>
            </a:r>
          </a:p>
        </p:txBody>
      </p:sp>
      <p:sp>
        <p:nvSpPr>
          <p:cNvPr id="66" name="TextBox 40">
            <a:extLst>
              <a:ext uri="{FF2B5EF4-FFF2-40B4-BE49-F238E27FC236}">
                <a16:creationId xmlns:a16="http://schemas.microsoft.com/office/drawing/2014/main" id="{FFEFD7C2-24E0-BD9D-F965-853B4B35B3CE}"/>
              </a:ext>
            </a:extLst>
          </p:cNvPr>
          <p:cNvSpPr txBox="1"/>
          <p:nvPr/>
        </p:nvSpPr>
        <p:spPr>
          <a:xfrm>
            <a:off x="13688141" y="8788718"/>
            <a:ext cx="3773952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2B2C30"/>
                </a:solidFill>
                <a:latin typeface="Public Sans Bold"/>
              </a:rPr>
              <a:t>Postman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BEC71312-BEB6-C25C-F58C-702FB2DA36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941" y="5936412"/>
            <a:ext cx="2431892" cy="23881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61E97BB-03CE-0BC7-25F9-B0692281FE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37" y="6022503"/>
            <a:ext cx="2383114" cy="215380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9B833D3-C1BA-3FA0-70A3-1F00A51C4A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089" y="6203642"/>
            <a:ext cx="2857500" cy="17145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5210A38-FDAB-567F-CB28-6237F5626E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943" y="5974714"/>
            <a:ext cx="2311514" cy="2311514"/>
          </a:xfrm>
          <a:prstGeom prst="rect">
            <a:avLst/>
          </a:prstGeom>
        </p:spPr>
      </p:pic>
      <p:sp>
        <p:nvSpPr>
          <p:cNvPr id="75" name="TextBox 2">
            <a:extLst>
              <a:ext uri="{FF2B5EF4-FFF2-40B4-BE49-F238E27FC236}">
                <a16:creationId xmlns:a16="http://schemas.microsoft.com/office/drawing/2014/main" id="{9D4C52FC-D799-D53E-4A3F-CD55ADF4EDC6}"/>
              </a:ext>
            </a:extLst>
          </p:cNvPr>
          <p:cNvSpPr txBox="1"/>
          <p:nvPr/>
        </p:nvSpPr>
        <p:spPr>
          <a:xfrm>
            <a:off x="5105400" y="647700"/>
            <a:ext cx="8077200" cy="1014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Used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202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Project Conception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00980" y="34683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dirty="0">
                <a:solidFill>
                  <a:srgbClr val="2B2C30"/>
                </a:solidFill>
                <a:latin typeface="Public Sans Bold"/>
              </a:rPr>
              <a:t>Class Diagram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695" y="11049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914151-FC7B-8828-C804-02DFD24B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A4C0F9-6A51-0EFD-F3DF-696351D71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561" y="1215865"/>
            <a:ext cx="13417840" cy="8227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202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Project Implementation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5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0" y="4381500"/>
            <a:ext cx="9509685" cy="101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8800" spc="30" dirty="0">
                <a:solidFill>
                  <a:srgbClr val="2B2C30"/>
                </a:solidFill>
                <a:latin typeface="Playfair Display"/>
              </a:rPr>
              <a:t>Conclusion</a:t>
            </a:r>
            <a:endParaRPr lang="en-US" sz="6050" spc="3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6EB7-52B9-7C50-3916-93921D53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537210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50974" y="3370539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</a:rPr>
              <a:t>Thank you!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32B71-D6CF-29CB-3E63-CE8D212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90</Words>
  <Application>Microsoft Office PowerPoint</Application>
  <PresentationFormat>Personnalisé</PresentationFormat>
  <Paragraphs>46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Public Sans Bold</vt:lpstr>
      <vt:lpstr>Arial</vt:lpstr>
      <vt:lpstr>Public Sans</vt:lpstr>
      <vt:lpstr>Playfair Display</vt:lpstr>
      <vt:lpstr>Aptos Display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cp:lastModifiedBy>hp</cp:lastModifiedBy>
  <cp:revision>45</cp:revision>
  <dcterms:created xsi:type="dcterms:W3CDTF">2006-08-16T00:00:00Z</dcterms:created>
  <dcterms:modified xsi:type="dcterms:W3CDTF">2024-03-31T14:21:18Z</dcterms:modified>
  <dc:identifier>DAGA9q9uU5w</dc:identifier>
</cp:coreProperties>
</file>